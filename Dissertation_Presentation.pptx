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in Radio Spectrum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Dissertation Presentation</a:t>
            </a:r>
          </a:p>
          <a:p>
            <a:r>
              <a:t>Manvendra Kumar Mishra</a:t>
            </a:r>
          </a:p>
          <a:p>
            <a:r>
              <a:t>University of Leeds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Accurate spectrum management crucial for 5G/6G networks.</a:t>
            </a:r>
          </a:p>
          <a:p>
            <a:pPr/>
            <a:r>
              <a:t>Machine Learning models outperform traditional propagation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Ofcom open data across 7 UK sites, 6 frequencies (449–5850 MHz).</a:t>
            </a:r>
          </a:p>
          <a:p>
            <a:pPr/>
            <a:r>
              <a:t>Millions of samples collected from real-world signal measurements.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Preprocessing: cleaning, scaling, embeddings.</a:t>
            </a:r>
          </a:p>
          <a:p>
            <a:pPr/>
            <a:r>
              <a:t>Models: Linear Regression, Random Forest, XGBoost, Neural Networks.</a:t>
            </a:r>
          </a:p>
          <a:p>
            <a:pPr/>
            <a:r>
              <a:t>Best performance: Neural Networks (high accuracy, low error).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RMSE = 2–3 dB, R² ≥ 0.95 across frequencies.</a:t>
            </a:r>
          </a:p>
          <a:p>
            <a:pPr/>
            <a:r>
              <a:t>Validation ≈ Test → strong generalization, no overfitting.</a:t>
            </a:r>
          </a:p>
          <a:p>
            <a:pPr/>
            <a:r>
              <a:t>Lower frequencies more accurate; higher frequencies show slightly higher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Merthyr: Higher error at higher frequencies due to terrain effects.</a:t>
            </a:r>
          </a:p>
          <a:p>
            <a:pPr/>
            <a:r>
              <a:t>Nottingham: Consistent accuracy across frequencies.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Neural networks = robust, scalable solution for spectrum prediction.</a:t>
            </a:r>
          </a:p>
          <a:p>
            <a:pPr/>
            <a:r>
              <a:t>Useful for 5G/6G planning and deployment.</a:t>
            </a:r>
          </a:p>
          <a:p>
            <a:pPr/>
            <a:r>
              <a:t>Future: integrate topography and environment data for higher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models limited in dynamic environments.</a:t>
            </a:r>
          </a:p>
          <a:p>
            <a:pPr/>
            <a:r>
              <a:t>Need for ML models generalizable across sites and frequencies.</a:t>
            </a:r>
          </a:p>
          <a:p>
            <a:pPr/>
            <a:r>
              <a:t>Literature gaps: topography integration, outlier handling, cross-domain generalization.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Sites: Boston, London, Merthyr, Nottingham, Scarhill, Southampton, Stevenage.</a:t>
            </a:r>
          </a:p>
          <a:p>
            <a:pPr/>
            <a:r>
              <a:t>Frequencies: 449–5850 MHz.</a:t>
            </a:r>
          </a:p>
          <a:p>
            <a:pPr/>
            <a:r>
              <a:t>Metadata: Tx/Rx height, coordinates, noise floor.</a:t>
            </a:r>
          </a:p>
          <a:p>
            <a:pPr/>
            <a:r>
              <a:t>Preprocessing: filtering, cleaning, handling missing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Negative correlation between distance and signal strength.</a:t>
            </a:r>
          </a:p>
          <a:p>
            <a:pPr/>
            <a:r>
              <a:t>Lower frequencies: higher coverage.</a:t>
            </a:r>
          </a:p>
          <a:p>
            <a:pPr/>
            <a:r>
              <a:t>Higher frequencies: localized footprints.</a:t>
            </a:r>
          </a:p>
          <a:p>
            <a:pPr/>
            <a:r>
              <a:t>Topography and urban density strongly affect propagation.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Baseline: Linear Regression, Random Forest, XGBoost.</a:t>
            </a:r>
          </a:p>
          <a:p>
            <a:pPr/>
            <a:r>
              <a:t>Neural Networks captured non-linear patterns and outperformed others.</a:t>
            </a:r>
          </a:p>
          <a:p>
            <a:pPr/>
            <a:r>
              <a:t>Random Forest used for site-level analysis; Neural Networks best overall.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RMSE, R² used for performance evaluation.</a:t>
            </a:r>
          </a:p>
          <a:p>
            <a:pPr/>
            <a:r>
              <a:t>Validation and test sets separated by site to avoid leakage.</a:t>
            </a:r>
          </a:p>
          <a:p>
            <a:pPr/>
            <a:r>
              <a:t>Consistency confirms robustness and no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(Aggregate &amp; Site-Wise)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Overall: RMSE = 2–3 dB, R² ≥ 0.95.</a:t>
            </a:r>
          </a:p>
          <a:p>
            <a:pPr/>
            <a:r>
              <a:t>Merthyr: Slight degradation at higher frequencies.</a:t>
            </a:r>
          </a:p>
          <a:p>
            <a:pPr/>
            <a:r>
              <a:t>Nottingham: Uniformly strong performance.</a:t>
            </a:r>
          </a:p>
          <a:p>
            <a:pPr/>
            <a:r>
              <a:t>Neural Nets outperform all baseline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Higher frequency errors due to attenuation and NLOS effects.</a:t>
            </a:r>
          </a:p>
          <a:p>
            <a:pPr/>
            <a:r>
              <a:t>Nottingham’s rolling terrain = stable propagation across bands.</a:t>
            </a:r>
          </a:p>
          <a:p>
            <a:pPr/>
            <a:r>
              <a:t>Validation ≈ Test → generalizable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Neural networks effective for radio propagation prediction.</a:t>
            </a:r>
          </a:p>
          <a:p>
            <a:pPr/>
            <a:r>
              <a:t>Potential to support 5G/6G spectrum planning.</a:t>
            </a:r>
          </a:p>
          <a:p>
            <a:pPr/>
            <a:r>
              <a:t>Future: topography/environment features, outlier handling, finer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